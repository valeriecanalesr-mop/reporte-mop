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F9250-A053-397B-F83B-9236F7CE9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C3EEFA-3D45-7A6D-67CB-CDF91F1EE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AAC693-7450-784B-10B7-ACAF49ABB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3813-6AFC-4268-BEE4-60193882B2AD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463539-6AF0-FD18-F16A-798D6689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57FF5F-9485-1E27-DD13-BACEEB4AD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42796-2172-42F2-8456-96CC7B1666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8053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75954-1777-48F6-440D-76EDDD7ED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00C13B-0F94-D69D-1E26-B874B0A47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28DBDB-291B-066A-D990-1C4E6F7F8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3813-6AFC-4268-BEE4-60193882B2AD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3A4019-6323-4316-E9B3-21962455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029397-945E-2B1A-35F8-07597C3C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42796-2172-42F2-8456-96CC7B1666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8606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0F951-AA61-C259-DC9E-98949C46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3F6D22-73E4-131C-8CCA-CE54A7B82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B2509D-9261-4FDA-5D79-1893EC162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3813-6AFC-4268-BEE4-60193882B2AD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8989D9-53E4-B740-E832-31AE1087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105F84-BC49-0844-5AB7-6BA397296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42796-2172-42F2-8456-96CC7B1666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026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87DDF6-6E65-8F6D-2582-57F69B805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DC78D8-6F83-6FE5-A7DD-DA6BD40214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8384BF-DCD2-5712-6D6C-C3AF1C60F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0D0581-0800-F6BD-ADB6-DAC94969F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3813-6AFC-4268-BEE4-60193882B2AD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ACD238-DE14-2C39-9BF0-409DC2595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081DC8-4522-217B-C2B0-7FC305A3C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42796-2172-42F2-8456-96CC7B1666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66455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7C151-B4E9-2E96-6A58-188C42584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A5F59C-1056-FD40-D8F8-715469FC8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9E392F-5601-7829-FD1F-CBC5A1DA4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65AC08-E8AE-231B-4591-71FF9E9CF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EA0CA05-4CE8-AA10-4AC3-4FD77693B4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65B8A84-62CB-CA50-98F7-D0E9F4593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3813-6AFC-4268-BEE4-60193882B2AD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585EA95-96E2-586E-F591-23307C494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767C4C1-DD2D-E36C-847B-8B68E4416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42796-2172-42F2-8456-96CC7B1666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1604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7771B0-CE33-309E-3F45-886F5453F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F16BF2D-E2D5-65CD-4CB5-9D37B927C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3813-6AFC-4268-BEE4-60193882B2AD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B80CD0B-8CCB-834D-5578-B7E47F8F4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16E0592-9111-4476-F73D-D9F53B582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42796-2172-42F2-8456-96CC7B1666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6615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E84FDB0-DB7E-A4CD-2723-0DC6DC3D0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3813-6AFC-4268-BEE4-60193882B2AD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9BBB8E4-0BF8-8C94-5958-8622DD723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339C73-5AE0-ACD2-3072-7BA0A82FD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42796-2172-42F2-8456-96CC7B1666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7611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1B5950-D531-6988-446B-76A9598AC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44F400-14D6-D151-8C2C-2C7E20197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B26DA4-A6ED-9BBD-FF8E-0608DB305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7736BC-A1FC-9915-C03D-AA8A2CB9E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3813-6AFC-4268-BEE4-60193882B2AD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9E33AF-70F6-4197-7426-4F4CD909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02AECC-CA0C-587B-6D20-3478C141E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42796-2172-42F2-8456-96CC7B1666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41906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631F1-5758-191D-B9A6-1896ABDD7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EAD04B2-3EE2-7A87-71CD-2F1713A51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C2FAF8-D5B4-C6E0-E702-E89D69AAF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45EFA3-59F2-15FF-8FA1-4EE2B85DE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3813-6AFC-4268-BEE4-60193882B2AD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CB7CA4-0837-2CD8-F125-85AEABB55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50DBC8-659D-5786-A18B-DFA1FFC35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42796-2172-42F2-8456-96CC7B1666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82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9CA29-5D35-D3D8-6793-46CF0F472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2B02397-4C77-E182-4779-1E3B8663B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B0F056-B8AD-F8E1-E7C0-8D027E39A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3813-6AFC-4268-BEE4-60193882B2AD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D2E171-FB43-BDBC-741E-9195DAEBB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7E13EF-BC27-CBF6-2EC4-EA746DB7D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42796-2172-42F2-8456-96CC7B1666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0324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713835B-1D2C-E1CE-EB17-EE1DC447FB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26C73A-DE75-EF42-2049-6F670DD01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FE7D26-6439-6768-47E7-F2BA95B78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3813-6AFC-4268-BEE4-60193882B2AD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471CF7-AC6E-4BAE-F0E7-878EAAFF4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4736AF-5643-ABEE-267F-8E4828D25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42796-2172-42F2-8456-96CC7B1666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6934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A76F05F-E976-18F5-6A03-713A5E90A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75D740-6C89-B927-179A-B959F11C9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912644-039B-51B1-F86B-7E16D32592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953813-6AFC-4268-BEE4-60193882B2AD}" type="datetimeFigureOut">
              <a:rPr lang="es-CL" smtClean="0"/>
              <a:t>18-05-2026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04A4DE-9C03-77FB-D033-92722B660B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FD3E78-8E6F-B0DD-72A1-ECCC4657D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742796-2172-42F2-8456-96CC7B1666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3943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1BCA05C-C95D-2B0D-9DC0-0D31D47FC8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89"/>
          <a:stretch>
            <a:fillRect/>
          </a:stretch>
        </p:blipFill>
        <p:spPr>
          <a:xfrm>
            <a:off x="4333629" y="1894114"/>
            <a:ext cx="3524742" cy="314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0779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Valerie Canales Rojas (DGC)</dc:creator>
  <cp:lastModifiedBy>Valerie Canales Rojas (DGC)</cp:lastModifiedBy>
  <cp:revision>1</cp:revision>
  <dcterms:created xsi:type="dcterms:W3CDTF">2026-05-19T03:05:41Z</dcterms:created>
  <dcterms:modified xsi:type="dcterms:W3CDTF">2026-05-19T03:06:15Z</dcterms:modified>
</cp:coreProperties>
</file>